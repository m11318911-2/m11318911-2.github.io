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04"/>
    <p:restoredTop sz="94567"/>
  </p:normalViewPr>
  <p:slideViewPr>
    <p:cSldViewPr snapToGrid="0">
      <p:cViewPr varScale="1">
        <p:scale>
          <a:sx n="79" d="100"/>
          <a:sy n="79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5051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4980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6292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2252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703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57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157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961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620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8328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8972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7895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07773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98250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20582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73829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695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201CD-09BF-324C-81E1-50C28BBE5954}" type="datetimeFigureOut">
              <a:rPr lang="en-TW" smtClean="0"/>
              <a:t>2026/2/9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F2976-8AA0-5244-A4BC-CDD5CEB2C76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09950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OOUMgliIskU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reurl.cc/ORZy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0F369D-FC3F-044C-FDF8-287A13BB0571}"/>
              </a:ext>
            </a:extLst>
          </p:cNvPr>
          <p:cNvSpPr txBox="1"/>
          <p:nvPr/>
        </p:nvSpPr>
        <p:spPr>
          <a:xfrm>
            <a:off x="7017204" y="6400800"/>
            <a:ext cx="4902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dirty="0">
                <a:hlinkClick r:id="rId2"/>
              </a:rPr>
              <a:t>https://www.youtube.com/watch?v=OOUMgliIskU</a:t>
            </a:r>
            <a:r>
              <a:rPr lang="en-TW" dirty="0"/>
              <a:t> </a:t>
            </a:r>
          </a:p>
        </p:txBody>
      </p:sp>
      <p:pic>
        <p:nvPicPr>
          <p:cNvPr id="7" name="Picture 6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47496538-2D81-E9E7-67F6-0E45A4842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471" y="3239407"/>
            <a:ext cx="2971800" cy="2959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74415-4271-0F90-EE17-A544FE090D1E}"/>
              </a:ext>
            </a:extLst>
          </p:cNvPr>
          <p:cNvSpPr txBox="1"/>
          <p:nvPr/>
        </p:nvSpPr>
        <p:spPr>
          <a:xfrm>
            <a:off x="1252537" y="6370614"/>
            <a:ext cx="4363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https://reurl.cc/ORZy47</a:t>
            </a:r>
            <a:r>
              <a:rPr lang="zh-TW" altLang="en-US" dirty="0"/>
              <a:t> </a:t>
            </a:r>
            <a:endParaRPr lang="en-TW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5AAE5A-6889-326A-444A-E95290F1D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192" y="3239407"/>
            <a:ext cx="30670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B3D61D-3FB9-0583-2A45-2CDCD5B2FBF4}"/>
              </a:ext>
            </a:extLst>
          </p:cNvPr>
          <p:cNvSpPr txBox="1"/>
          <p:nvPr/>
        </p:nvSpPr>
        <p:spPr>
          <a:xfrm>
            <a:off x="947057" y="0"/>
            <a:ext cx="106788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400" b="1" i="0" dirty="0">
                <a:solidFill>
                  <a:srgbClr val="FF0000"/>
                </a:solidFill>
                <a:effectLst/>
                <a:latin typeface="+mn-ea"/>
              </a:rPr>
              <a:t>『</a:t>
            </a:r>
            <a:r>
              <a:rPr lang="zh-TW" altLang="en-US" sz="5400" b="1" i="0" dirty="0">
                <a:solidFill>
                  <a:srgbClr val="FF0000"/>
                </a:solidFill>
                <a:effectLst/>
                <a:latin typeface="+mn-ea"/>
              </a:rPr>
              <a:t>人工智慧應用</a:t>
            </a:r>
            <a:r>
              <a:rPr lang="en-US" altLang="zh-TW" sz="5400" b="1" i="0" dirty="0">
                <a:solidFill>
                  <a:srgbClr val="FF0000"/>
                </a:solidFill>
                <a:effectLst/>
                <a:latin typeface="+mn-ea"/>
              </a:rPr>
              <a:t>』</a:t>
            </a:r>
            <a:r>
              <a:rPr lang="zh-TW" altLang="en-US" sz="5400" b="1" dirty="0">
                <a:solidFill>
                  <a:srgbClr val="FF0000"/>
                </a:solidFill>
                <a:latin typeface="+mn-ea"/>
              </a:rPr>
              <a:t>第一週課程資訊</a:t>
            </a:r>
            <a:endParaRPr lang="en-TW" sz="5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033146-11E5-B7A7-3DAF-715812797E30}"/>
              </a:ext>
            </a:extLst>
          </p:cNvPr>
          <p:cNvSpPr txBox="1"/>
          <p:nvPr/>
        </p:nvSpPr>
        <p:spPr>
          <a:xfrm>
            <a:off x="1942192" y="987487"/>
            <a:ext cx="91938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dirty="0">
                <a:solidFill>
                  <a:schemeClr val="bg2">
                    <a:lumMod val="75000"/>
                  </a:schemeClr>
                </a:solidFill>
              </a:rPr>
              <a:t>各位同學，本學期『</a:t>
            </a:r>
            <a:r>
              <a:rPr lang="zh-TW" altLang="en-US" sz="28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人工智慧應用</a:t>
            </a:r>
            <a:r>
              <a:rPr lang="en-TW" sz="2800" dirty="0">
                <a:solidFill>
                  <a:schemeClr val="bg2">
                    <a:lumMod val="75000"/>
                  </a:schemeClr>
                </a:solidFill>
              </a:rPr>
              <a:t>』課程第一週</a:t>
            </a:r>
            <a:r>
              <a:rPr lang="en-TW" sz="2800" dirty="0">
                <a:solidFill>
                  <a:srgbClr val="FFFF00"/>
                </a:solidFill>
              </a:rPr>
              <a:t>不必</a:t>
            </a:r>
            <a:r>
              <a:rPr lang="en-TW" sz="2800" dirty="0">
                <a:solidFill>
                  <a:schemeClr val="bg2">
                    <a:lumMod val="75000"/>
                  </a:schemeClr>
                </a:solidFill>
              </a:rPr>
              <a:t>到教室上課，請參考以下</a:t>
            </a:r>
            <a:r>
              <a:rPr lang="en-TW" sz="2800" dirty="0">
                <a:solidFill>
                  <a:srgbClr val="FFFF00"/>
                </a:solidFill>
              </a:rPr>
              <a:t>課程PPT</a:t>
            </a:r>
            <a:r>
              <a:rPr lang="en-TW" sz="2800" dirty="0">
                <a:solidFill>
                  <a:schemeClr val="bg2">
                    <a:lumMod val="75000"/>
                  </a:schemeClr>
                </a:solidFill>
              </a:rPr>
              <a:t>與</a:t>
            </a:r>
            <a:r>
              <a:rPr lang="en-TW" sz="2800" dirty="0">
                <a:solidFill>
                  <a:srgbClr val="FFFF00"/>
                </a:solidFill>
              </a:rPr>
              <a:t>教學影片</a:t>
            </a:r>
            <a:r>
              <a:rPr lang="en-TW" sz="2800" dirty="0">
                <a:solidFill>
                  <a:schemeClr val="bg2">
                    <a:lumMod val="75000"/>
                  </a:schemeClr>
                </a:solidFill>
              </a:rPr>
              <a:t>，自行完成第一週作業（個人網站架設），並完成作業1_1的上傳。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25E5FB-F167-5CCA-7AF2-A3EB2509133E}"/>
              </a:ext>
            </a:extLst>
          </p:cNvPr>
          <p:cNvSpPr txBox="1"/>
          <p:nvPr/>
        </p:nvSpPr>
        <p:spPr>
          <a:xfrm>
            <a:off x="8429625" y="2654632"/>
            <a:ext cx="2077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TW" sz="3200" dirty="0">
                <a:solidFill>
                  <a:srgbClr val="FFFF00"/>
                </a:solidFill>
              </a:rPr>
              <a:t>教學影片</a:t>
            </a:r>
            <a:endParaRPr lang="en-TW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595C9-6A8B-5DA3-0520-27E7CFF2ADD8}"/>
              </a:ext>
            </a:extLst>
          </p:cNvPr>
          <p:cNvSpPr txBox="1"/>
          <p:nvPr/>
        </p:nvSpPr>
        <p:spPr>
          <a:xfrm>
            <a:off x="2395537" y="2654632"/>
            <a:ext cx="2077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TW" sz="3200" dirty="0">
                <a:solidFill>
                  <a:srgbClr val="FFFF00"/>
                </a:solidFill>
              </a:rPr>
              <a:t>課程PPT</a:t>
            </a:r>
            <a:endParaRPr lang="en-TW" sz="3200" dirty="0"/>
          </a:p>
        </p:txBody>
      </p:sp>
    </p:spTree>
    <p:extLst>
      <p:ext uri="{BB962C8B-B14F-4D97-AF65-F5344CB8AC3E}">
        <p14:creationId xmlns:p14="http://schemas.microsoft.com/office/powerpoint/2010/main" val="1186409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</TotalTime>
  <Words>54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 luarn</dc:creator>
  <cp:lastModifiedBy>pin luarn</cp:lastModifiedBy>
  <cp:revision>1</cp:revision>
  <dcterms:created xsi:type="dcterms:W3CDTF">2026-02-09T13:24:56Z</dcterms:created>
  <dcterms:modified xsi:type="dcterms:W3CDTF">2026-02-09T13:43:07Z</dcterms:modified>
</cp:coreProperties>
</file>